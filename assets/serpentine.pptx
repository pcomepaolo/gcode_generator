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46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46437-8DD7-E3C7-D17D-ABF7B4948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0B86B-C61C-0C0D-9274-E8A283CD7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545B2-8F73-38FE-F16E-857915BE5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11515-5D30-57E9-B52B-EF71F194B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2407E-9B90-574D-0206-91F534BA5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388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57426-C2BC-C95E-414A-519A006F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1808F-A84F-3290-46FC-906070419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11966-35D2-7860-73AA-6A3B194F7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3FC89-61D8-1D92-D78D-63018DD72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15A82-9EA3-F363-D9FF-78079E862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7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4A693-A21A-C937-7184-22EE5105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3ACF7-B6C4-DAFD-3B29-6860559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91C96-D7AD-57E1-72FC-8E42D444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CB76D-9066-CEF2-6761-FDDA2B71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1990C-CE95-C651-D4E8-3139B54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76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1D328-010C-8A07-6F43-9CABF01D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C624-0CC0-D9CB-9A87-AB6153E05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60507-E27E-0134-B19E-D93F304CB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D0B1B-43A0-17EE-F8B6-97FE547E8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355E4-FA43-8205-FF02-8419E4B5D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D9093-FA38-A93B-E22F-7BD45D80D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004B4-B30D-DC56-5A3D-375BE9F6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38248-6A4E-0670-1B0B-C6061D454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14BC0-D469-77FF-DCBD-0B06C9B3E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5694BE-5B5A-6449-B1A6-2B0123591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2EF074-1574-A60E-71D4-18D5B9EA4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7E1A1-973B-B82F-179C-15F75957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B651C4-3E62-23A4-9463-A7C5C45E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84B63B-FC71-6E64-7B93-CA8B5B13C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436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4EB5F-A900-1C49-C6CE-F319A44B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D4CDF-226D-F7E7-6866-C00E8614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70257F-7614-CADB-00F4-047AE49A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61A48D-E949-6104-0616-4025A70C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004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E42228-5047-B8EF-EE32-6DD1EDC91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27BBC0-8123-0E4A-9BCF-98E3352E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F57FB-78C2-025A-D477-63E2C62E9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24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43AC-BDDF-E138-C830-239DC2F0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07147-3EBE-4808-1C34-3C521136A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DF420-F32B-87BA-D4BE-800F1F188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92EE6-337A-E494-3BF4-909DC8C91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C6CFD-D31D-CC00-F642-3E1D429AE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A7EDF-5B01-04F4-7E34-87738379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570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E06FD-2891-14E3-8D1B-76E02E62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97170C-DA1A-79B1-2F3D-2657C0809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4AC48-FE67-EA27-1417-E237746B4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B512C-1FAE-C47A-D297-9980DE2D8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0C30B-4ECE-7C5E-3AFC-F08C4C78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AE8D1-26E7-D970-FDB1-8210309D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003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710CB-A0C6-A5F1-EC3A-CF158B5D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7273C-F494-636B-DE61-51EB960E5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00EF6-7530-CB42-01A4-D3B89395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F6FAA-B8A3-D943-EC96-6BC3A2B3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5B23-FFEE-AC4B-3282-8FA68848D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627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749F7D-18AC-1344-5013-6A1BE05174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D4186-478A-46FE-495C-87D05D0F8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A8794-5827-ACC7-E06C-2ED9C3C45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1A8B-FCAD-8A28-C996-E5BC88C50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FCF5E-5BA6-9822-360B-6FED07926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712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33AE11-EF0E-0611-9895-F49405797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73714-0BE9-CB2F-9205-4548CA598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1C32B-7AE2-F103-C045-0650AC345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AEAEA3-4115-41CB-A34C-58E878092BEE}" type="datetimeFigureOut">
              <a:rPr lang="en-GB" smtClean="0"/>
              <a:t>31/03/2025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A4E14-3343-EB12-72EC-C595D6DD2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5AAA6-FA2C-4CEE-C650-BA4B3D7A31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27326-28B3-4B1B-B083-E99CD80012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172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bar graph&#10;&#10;AI-generated content may be incorrect.">
            <a:extLst>
              <a:ext uri="{FF2B5EF4-FFF2-40B4-BE49-F238E27FC236}">
                <a16:creationId xmlns:a16="http://schemas.microsoft.com/office/drawing/2014/main" id="{E80E5E9E-EB23-56A0-C8A8-264FE81B2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589" y="324606"/>
            <a:ext cx="6464821" cy="620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80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FB919-0D2E-0B1B-A264-1A140373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9409B008-B4D6-4433-35E7-769D255EA12C}"/>
              </a:ext>
            </a:extLst>
          </p:cNvPr>
          <p:cNvGrpSpPr/>
          <p:nvPr/>
        </p:nvGrpSpPr>
        <p:grpSpPr>
          <a:xfrm>
            <a:off x="7234241" y="1707610"/>
            <a:ext cx="3070880" cy="2514177"/>
            <a:chOff x="4976816" y="1745710"/>
            <a:chExt cx="3070880" cy="251417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8DD5C66-8613-0D31-370C-CED081551E3F}"/>
                </a:ext>
              </a:extLst>
            </p:cNvPr>
            <p:cNvCxnSpPr>
              <a:cxnSpLocks/>
            </p:cNvCxnSpPr>
            <p:nvPr/>
          </p:nvCxnSpPr>
          <p:spPr>
            <a:xfrm>
              <a:off x="6486536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FF4927A-323E-7447-DEE2-016E2636A614}"/>
                </a:ext>
              </a:extLst>
            </p:cNvPr>
            <p:cNvCxnSpPr>
              <a:cxnSpLocks/>
            </p:cNvCxnSpPr>
            <p:nvPr/>
          </p:nvCxnSpPr>
          <p:spPr>
            <a:xfrm>
              <a:off x="6845493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3AE70E0-E003-7B9E-22B9-AC1C59AEA5C6}"/>
                </a:ext>
              </a:extLst>
            </p:cNvPr>
            <p:cNvCxnSpPr>
              <a:cxnSpLocks/>
            </p:cNvCxnSpPr>
            <p:nvPr/>
          </p:nvCxnSpPr>
          <p:spPr>
            <a:xfrm>
              <a:off x="7483719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969695-82F7-195F-0BB2-C43F121F220D}"/>
                </a:ext>
              </a:extLst>
            </p:cNvPr>
            <p:cNvCxnSpPr>
              <a:cxnSpLocks/>
            </p:cNvCxnSpPr>
            <p:nvPr/>
          </p:nvCxnSpPr>
          <p:spPr>
            <a:xfrm>
              <a:off x="7696076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3A8ADB1-7DFA-B1B8-CD30-EF60E9ED8EAB}"/>
                </a:ext>
              </a:extLst>
            </p:cNvPr>
            <p:cNvCxnSpPr>
              <a:cxnSpLocks/>
            </p:cNvCxnSpPr>
            <p:nvPr/>
          </p:nvCxnSpPr>
          <p:spPr>
            <a:xfrm>
              <a:off x="7838538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AB85DD7-C919-534F-025A-5E8EC0574D0F}"/>
                </a:ext>
              </a:extLst>
            </p:cNvPr>
            <p:cNvCxnSpPr>
              <a:cxnSpLocks/>
            </p:cNvCxnSpPr>
            <p:nvPr/>
          </p:nvCxnSpPr>
          <p:spPr>
            <a:xfrm>
              <a:off x="7909834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F571329-0C65-0D2B-4912-C0EE08EA7D55}"/>
                </a:ext>
              </a:extLst>
            </p:cNvPr>
            <p:cNvCxnSpPr>
              <a:cxnSpLocks/>
            </p:cNvCxnSpPr>
            <p:nvPr/>
          </p:nvCxnSpPr>
          <p:spPr>
            <a:xfrm>
              <a:off x="7990546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CF73CCA-D5DA-7A23-1D7E-DC147F31E0EF}"/>
                </a:ext>
              </a:extLst>
            </p:cNvPr>
            <p:cNvCxnSpPr>
              <a:cxnSpLocks/>
            </p:cNvCxnSpPr>
            <p:nvPr/>
          </p:nvCxnSpPr>
          <p:spPr>
            <a:xfrm>
              <a:off x="6483722" y="4259887"/>
              <a:ext cx="360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E7AE3A3-4968-7BF3-9E1C-37A7338EF08F}"/>
                </a:ext>
              </a:extLst>
            </p:cNvPr>
            <p:cNvCxnSpPr>
              <a:cxnSpLocks/>
            </p:cNvCxnSpPr>
            <p:nvPr/>
          </p:nvCxnSpPr>
          <p:spPr>
            <a:xfrm>
              <a:off x="7483713" y="1750151"/>
              <a:ext cx="216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FCB21D5-E304-9E79-64A3-7654D762D383}"/>
                </a:ext>
              </a:extLst>
            </p:cNvPr>
            <p:cNvCxnSpPr>
              <a:cxnSpLocks/>
            </p:cNvCxnSpPr>
            <p:nvPr/>
          </p:nvCxnSpPr>
          <p:spPr>
            <a:xfrm>
              <a:off x="7841396" y="1750151"/>
              <a:ext cx="72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25AE89A-F987-3CD8-E6D2-1A7CAF3443CB}"/>
                </a:ext>
              </a:extLst>
            </p:cNvPr>
            <p:cNvCxnSpPr>
              <a:cxnSpLocks/>
            </p:cNvCxnSpPr>
            <p:nvPr/>
          </p:nvCxnSpPr>
          <p:spPr>
            <a:xfrm>
              <a:off x="6838964" y="1750151"/>
              <a:ext cx="360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CCD67DE-C309-41C0-751C-D4969DEDECC3}"/>
                </a:ext>
              </a:extLst>
            </p:cNvPr>
            <p:cNvCxnSpPr>
              <a:cxnSpLocks/>
            </p:cNvCxnSpPr>
            <p:nvPr/>
          </p:nvCxnSpPr>
          <p:spPr>
            <a:xfrm>
              <a:off x="7197914" y="4259887"/>
              <a:ext cx="288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BBB5AB3-C8A3-6FD5-80B0-646A2C66D30F}"/>
                </a:ext>
              </a:extLst>
            </p:cNvPr>
            <p:cNvCxnSpPr>
              <a:cxnSpLocks/>
            </p:cNvCxnSpPr>
            <p:nvPr/>
          </p:nvCxnSpPr>
          <p:spPr>
            <a:xfrm>
              <a:off x="7696085" y="4259887"/>
              <a:ext cx="144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1F28217-52AD-ABF6-AA82-00FAA0FE85C4}"/>
                </a:ext>
              </a:extLst>
            </p:cNvPr>
            <p:cNvCxnSpPr>
              <a:cxnSpLocks/>
            </p:cNvCxnSpPr>
            <p:nvPr/>
          </p:nvCxnSpPr>
          <p:spPr>
            <a:xfrm>
              <a:off x="7909814" y="4259887"/>
              <a:ext cx="80732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620FFCC-2F79-A71D-AD5E-B5D3111D9CD9}"/>
                </a:ext>
              </a:extLst>
            </p:cNvPr>
            <p:cNvCxnSpPr>
              <a:cxnSpLocks/>
            </p:cNvCxnSpPr>
            <p:nvPr/>
          </p:nvCxnSpPr>
          <p:spPr>
            <a:xfrm>
              <a:off x="7197914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215F796-9EB8-D8F2-7A13-2C875EE46D11}"/>
                </a:ext>
              </a:extLst>
            </p:cNvPr>
            <p:cNvCxnSpPr>
              <a:cxnSpLocks/>
            </p:cNvCxnSpPr>
            <p:nvPr/>
          </p:nvCxnSpPr>
          <p:spPr>
            <a:xfrm>
              <a:off x="6064439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1B030D6-CCB8-A699-D2D0-CD68923050F6}"/>
                </a:ext>
              </a:extLst>
            </p:cNvPr>
            <p:cNvCxnSpPr>
              <a:cxnSpLocks/>
            </p:cNvCxnSpPr>
            <p:nvPr/>
          </p:nvCxnSpPr>
          <p:spPr>
            <a:xfrm>
              <a:off x="6057906" y="1750151"/>
              <a:ext cx="432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73549EF-F829-2E87-519C-A52EE071C83B}"/>
                </a:ext>
              </a:extLst>
            </p:cNvPr>
            <p:cNvCxnSpPr>
              <a:cxnSpLocks/>
            </p:cNvCxnSpPr>
            <p:nvPr/>
          </p:nvCxnSpPr>
          <p:spPr>
            <a:xfrm>
              <a:off x="5557838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3EC30EE-1D37-1F62-A6FD-175F4995A778}"/>
                </a:ext>
              </a:extLst>
            </p:cNvPr>
            <p:cNvCxnSpPr>
              <a:cxnSpLocks/>
            </p:cNvCxnSpPr>
            <p:nvPr/>
          </p:nvCxnSpPr>
          <p:spPr>
            <a:xfrm>
              <a:off x="5559785" y="4259887"/>
              <a:ext cx="504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46C1E6E-6551-6B19-F9E5-C393EE7B6825}"/>
                </a:ext>
              </a:extLst>
            </p:cNvPr>
            <p:cNvCxnSpPr>
              <a:cxnSpLocks/>
            </p:cNvCxnSpPr>
            <p:nvPr/>
          </p:nvCxnSpPr>
          <p:spPr>
            <a:xfrm>
              <a:off x="4982401" y="1750151"/>
              <a:ext cx="57600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41E3A68-1741-756E-C8DB-9003D6FB20C1}"/>
                </a:ext>
              </a:extLst>
            </p:cNvPr>
            <p:cNvCxnSpPr>
              <a:cxnSpLocks/>
            </p:cNvCxnSpPr>
            <p:nvPr/>
          </p:nvCxnSpPr>
          <p:spPr>
            <a:xfrm>
              <a:off x="4976816" y="1750151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4DFD7DE-F42F-AE00-7813-E417181F2D3D}"/>
                </a:ext>
              </a:extLst>
            </p:cNvPr>
            <p:cNvCxnSpPr>
              <a:cxnSpLocks/>
            </p:cNvCxnSpPr>
            <p:nvPr/>
          </p:nvCxnSpPr>
          <p:spPr>
            <a:xfrm>
              <a:off x="8047696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644C4D1-A3BE-BBFE-A14B-D6AC96F8D860}"/>
                </a:ext>
              </a:extLst>
            </p:cNvPr>
            <p:cNvCxnSpPr>
              <a:cxnSpLocks/>
            </p:cNvCxnSpPr>
            <p:nvPr/>
          </p:nvCxnSpPr>
          <p:spPr>
            <a:xfrm>
              <a:off x="7990546" y="1750151"/>
              <a:ext cx="57150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5BC8C83-F080-ED63-E8C2-85F9EBAD92B5}"/>
              </a:ext>
            </a:extLst>
          </p:cNvPr>
          <p:cNvGrpSpPr/>
          <p:nvPr/>
        </p:nvGrpSpPr>
        <p:grpSpPr>
          <a:xfrm>
            <a:off x="1460608" y="2168052"/>
            <a:ext cx="3468192" cy="2521896"/>
            <a:chOff x="202457" y="1736185"/>
            <a:chExt cx="3468192" cy="2521896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6CB2B12-E932-ED91-1450-5EB2FF16E310}"/>
                </a:ext>
              </a:extLst>
            </p:cNvPr>
            <p:cNvCxnSpPr>
              <a:cxnSpLocks/>
            </p:cNvCxnSpPr>
            <p:nvPr/>
          </p:nvCxnSpPr>
          <p:spPr>
            <a:xfrm>
              <a:off x="202457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6A03F8A-67C7-2EFB-98D5-DD19A191F345}"/>
                </a:ext>
              </a:extLst>
            </p:cNvPr>
            <p:cNvCxnSpPr>
              <a:cxnSpLocks/>
            </p:cNvCxnSpPr>
            <p:nvPr/>
          </p:nvCxnSpPr>
          <p:spPr>
            <a:xfrm>
              <a:off x="697913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C2EF719A-5E42-4AAB-3B4A-408FDCE7DEFC}"/>
                </a:ext>
              </a:extLst>
            </p:cNvPr>
            <p:cNvCxnSpPr>
              <a:cxnSpLocks/>
            </p:cNvCxnSpPr>
            <p:nvPr/>
          </p:nvCxnSpPr>
          <p:spPr>
            <a:xfrm>
              <a:off x="1193369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19CC2A9-908F-FA96-F8AC-6F0B8530A02C}"/>
                </a:ext>
              </a:extLst>
            </p:cNvPr>
            <p:cNvCxnSpPr>
              <a:cxnSpLocks/>
            </p:cNvCxnSpPr>
            <p:nvPr/>
          </p:nvCxnSpPr>
          <p:spPr>
            <a:xfrm>
              <a:off x="1688825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A769F0B-CBF9-467A-F977-F1662B17B8C7}"/>
                </a:ext>
              </a:extLst>
            </p:cNvPr>
            <p:cNvCxnSpPr>
              <a:cxnSpLocks/>
            </p:cNvCxnSpPr>
            <p:nvPr/>
          </p:nvCxnSpPr>
          <p:spPr>
            <a:xfrm>
              <a:off x="2184281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941413E-8B94-77C2-2BA5-4E5EC970798C}"/>
                </a:ext>
              </a:extLst>
            </p:cNvPr>
            <p:cNvCxnSpPr>
              <a:cxnSpLocks/>
            </p:cNvCxnSpPr>
            <p:nvPr/>
          </p:nvCxnSpPr>
          <p:spPr>
            <a:xfrm>
              <a:off x="2679737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C2DB452-D67D-9AEB-7F7D-E55AB30C8821}"/>
                </a:ext>
              </a:extLst>
            </p:cNvPr>
            <p:cNvCxnSpPr>
              <a:cxnSpLocks/>
            </p:cNvCxnSpPr>
            <p:nvPr/>
          </p:nvCxnSpPr>
          <p:spPr>
            <a:xfrm>
              <a:off x="3670649" y="1745710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15D9280-4298-4ACA-4749-B1EEDDB98D03}"/>
                </a:ext>
              </a:extLst>
            </p:cNvPr>
            <p:cNvCxnSpPr>
              <a:cxnSpLocks/>
            </p:cNvCxnSpPr>
            <p:nvPr/>
          </p:nvCxnSpPr>
          <p:spPr>
            <a:xfrm>
              <a:off x="3175193" y="1736185"/>
              <a:ext cx="0" cy="2509736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2653FB6-18A7-FF85-B68D-EEC7F1BB87B0}"/>
                </a:ext>
              </a:extLst>
            </p:cNvPr>
            <p:cNvCxnSpPr>
              <a:cxnSpLocks/>
            </p:cNvCxnSpPr>
            <p:nvPr/>
          </p:nvCxnSpPr>
          <p:spPr>
            <a:xfrm>
              <a:off x="202457" y="1736185"/>
              <a:ext cx="497228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F896108A-319A-4F8F-ED7D-87C12CBD75AA}"/>
                </a:ext>
              </a:extLst>
            </p:cNvPr>
            <p:cNvCxnSpPr>
              <a:cxnSpLocks/>
            </p:cNvCxnSpPr>
            <p:nvPr/>
          </p:nvCxnSpPr>
          <p:spPr>
            <a:xfrm>
              <a:off x="1193369" y="1736185"/>
              <a:ext cx="497228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20FC24-FA4B-2484-60CF-E560594976DB}"/>
                </a:ext>
              </a:extLst>
            </p:cNvPr>
            <p:cNvCxnSpPr>
              <a:cxnSpLocks/>
            </p:cNvCxnSpPr>
            <p:nvPr/>
          </p:nvCxnSpPr>
          <p:spPr>
            <a:xfrm>
              <a:off x="2184281" y="1736185"/>
              <a:ext cx="497228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0CCB371C-1DBD-E396-BC96-A261F362B4AB}"/>
                </a:ext>
              </a:extLst>
            </p:cNvPr>
            <p:cNvCxnSpPr>
              <a:cxnSpLocks/>
            </p:cNvCxnSpPr>
            <p:nvPr/>
          </p:nvCxnSpPr>
          <p:spPr>
            <a:xfrm>
              <a:off x="3173421" y="1736185"/>
              <a:ext cx="497228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E18C7F7-4430-87B6-953F-1B5245F177D2}"/>
                </a:ext>
              </a:extLst>
            </p:cNvPr>
            <p:cNvCxnSpPr>
              <a:cxnSpLocks/>
            </p:cNvCxnSpPr>
            <p:nvPr/>
          </p:nvCxnSpPr>
          <p:spPr>
            <a:xfrm>
              <a:off x="696141" y="4258081"/>
              <a:ext cx="497228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E8C06B7-77C4-DB0D-DFBA-6A6903D9A3A9}"/>
                </a:ext>
              </a:extLst>
            </p:cNvPr>
            <p:cNvCxnSpPr>
              <a:cxnSpLocks/>
            </p:cNvCxnSpPr>
            <p:nvPr/>
          </p:nvCxnSpPr>
          <p:spPr>
            <a:xfrm>
              <a:off x="1687053" y="4258081"/>
              <a:ext cx="497228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F22E2A6-39B9-57EC-970C-3B189E8C6E12}"/>
                </a:ext>
              </a:extLst>
            </p:cNvPr>
            <p:cNvCxnSpPr>
              <a:cxnSpLocks/>
            </p:cNvCxnSpPr>
            <p:nvPr/>
          </p:nvCxnSpPr>
          <p:spPr>
            <a:xfrm>
              <a:off x="2677965" y="4258081"/>
              <a:ext cx="497228" cy="0"/>
            </a:xfrm>
            <a:prstGeom prst="line">
              <a:avLst/>
            </a:prstGeom>
            <a:ln>
              <a:solidFill>
                <a:srgbClr val="9546A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0765852-F178-8517-379F-BA4B44DD843A}"/>
              </a:ext>
            </a:extLst>
          </p:cNvPr>
          <p:cNvCxnSpPr/>
          <p:nvPr/>
        </p:nvCxnSpPr>
        <p:spPr>
          <a:xfrm>
            <a:off x="1460608" y="4877813"/>
            <a:ext cx="493684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C326B62-022C-340E-B3A8-E766B4AB4EBB}"/>
              </a:ext>
            </a:extLst>
          </p:cNvPr>
          <p:cNvCxnSpPr>
            <a:cxnSpLocks/>
          </p:cNvCxnSpPr>
          <p:nvPr/>
        </p:nvCxnSpPr>
        <p:spPr>
          <a:xfrm>
            <a:off x="1060558" y="2168052"/>
            <a:ext cx="0" cy="2519261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F082C4FB-2915-689A-57A9-05BFFEB37FA6}"/>
              </a:ext>
            </a:extLst>
          </p:cNvPr>
          <p:cNvSpPr txBox="1"/>
          <p:nvPr/>
        </p:nvSpPr>
        <p:spPr>
          <a:xfrm>
            <a:off x="201862" y="3278556"/>
            <a:ext cx="726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width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2EE10D3-E2E5-1CF1-8E31-05EA72DA53A6}"/>
              </a:ext>
            </a:extLst>
          </p:cNvPr>
          <p:cNvSpPr txBox="1"/>
          <p:nvPr/>
        </p:nvSpPr>
        <p:spPr>
          <a:xfrm>
            <a:off x="1432663" y="5065678"/>
            <a:ext cx="549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pitch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3271327-34D3-C370-A841-41F0967B6D5A}"/>
              </a:ext>
            </a:extLst>
          </p:cNvPr>
          <p:cNvSpPr txBox="1"/>
          <p:nvPr/>
        </p:nvSpPr>
        <p:spPr>
          <a:xfrm>
            <a:off x="1389516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1965659-EC83-15FA-DF10-3708D1A9C2D4}"/>
              </a:ext>
            </a:extLst>
          </p:cNvPr>
          <p:cNvSpPr txBox="1"/>
          <p:nvPr/>
        </p:nvSpPr>
        <p:spPr>
          <a:xfrm>
            <a:off x="1887502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2F83EF-5A56-6D1E-8169-38353DCB4536}"/>
              </a:ext>
            </a:extLst>
          </p:cNvPr>
          <p:cNvSpPr txBox="1"/>
          <p:nvPr/>
        </p:nvSpPr>
        <p:spPr>
          <a:xfrm>
            <a:off x="2385488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2170EF-7541-464E-F4F5-D9A1468CA2D8}"/>
              </a:ext>
            </a:extLst>
          </p:cNvPr>
          <p:cNvSpPr txBox="1"/>
          <p:nvPr/>
        </p:nvSpPr>
        <p:spPr>
          <a:xfrm>
            <a:off x="2883474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398D7A8-A90F-08C5-DFC0-CC0A3BFC0525}"/>
              </a:ext>
            </a:extLst>
          </p:cNvPr>
          <p:cNvSpPr txBox="1"/>
          <p:nvPr/>
        </p:nvSpPr>
        <p:spPr>
          <a:xfrm>
            <a:off x="3381460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64B358-C0BF-F20E-2CE0-39D45D01FEA9}"/>
              </a:ext>
            </a:extLst>
          </p:cNvPr>
          <p:cNvSpPr txBox="1"/>
          <p:nvPr/>
        </p:nvSpPr>
        <p:spPr>
          <a:xfrm>
            <a:off x="3879446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6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183831-0024-BF38-08E1-8BD160FDED30}"/>
              </a:ext>
            </a:extLst>
          </p:cNvPr>
          <p:cNvSpPr txBox="1"/>
          <p:nvPr/>
        </p:nvSpPr>
        <p:spPr>
          <a:xfrm>
            <a:off x="4377432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7DDA18D-43AD-05FB-DEEF-9483A45E9807}"/>
              </a:ext>
            </a:extLst>
          </p:cNvPr>
          <p:cNvSpPr txBox="1"/>
          <p:nvPr/>
        </p:nvSpPr>
        <p:spPr>
          <a:xfrm>
            <a:off x="4875416" y="326903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86805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11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PAOLO APREA</dc:creator>
  <cp:lastModifiedBy>PAOLO APREA</cp:lastModifiedBy>
  <cp:revision>2</cp:revision>
  <dcterms:created xsi:type="dcterms:W3CDTF">2025-03-31T10:30:28Z</dcterms:created>
  <dcterms:modified xsi:type="dcterms:W3CDTF">2025-03-31T15:06:59Z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2025-03-31T12:01:22Z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41eae394-7243-45f5-bfe6-822890d90913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</Properties>
</file>